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PetAppointment - Presentación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Entrega final - Demo y documentación</a:t>
            </a:r>
          </a:p>
          <a:p>
            <a:r>
              <a:t>Fecha: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Resumen de objetivos y alcance del proyecto. Extraer de README y entrega_final.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(alto nivel)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Diagrama (Mermaid):</a:t>
            </a:r>
          </a:p>
          <a:p>
            <a:r>
              <a:t>flowchart LR</a:t>
            </a:r>
          </a:p>
          <a:p>
            <a:r>
              <a:t>  subgraph Mobile</a:t>
            </a:r>
          </a:p>
          <a:p>
            <a:r>
              <a:t>    A[App Flutter (Android/iOS/Web)]</a:t>
            </a:r>
          </a:p>
          <a:p>
            <a:r>
              <a:t>  end</a:t>
            </a:r>
          </a:p>
          <a:p/>
          <a:p>
            <a:r>
              <a:t>  subgraph Identity</a:t>
            </a:r>
          </a:p>
          <a:p>
            <a:r>
              <a:t>    G[Google Sign-In / OAuth]</a:t>
            </a:r>
          </a:p>
          <a:p>
            <a:r>
              <a:t>    GH[GitHub OAuth]</a:t>
            </a:r>
          </a:p>
          <a:p>
            <a:r>
              <a:t>  end</a:t>
            </a:r>
          </a:p>
          <a:p/>
          <a:p>
            <a:r>
              <a:t>  subgraph Gateway</a:t>
            </a:r>
          </a:p>
          <a:p>
            <a:r>
              <a:t>    S[Supabase Auth &amp; API]</a:t>
            </a:r>
          </a:p>
          <a:p>
            <a:r>
              <a:t>    F[Firebase (Messaging/Analytics/Crashlytics)]</a:t>
            </a:r>
          </a:p>
          <a:p>
            <a:r>
              <a:t>  end</a:t>
            </a:r>
          </a:p>
          <a:p/>
          <a:p>
            <a:r>
              <a:t>  subgraph BackendDB</a:t>
            </a:r>
          </a:p>
          <a:p>
            <a:r>
              <a:t>    P[Postgres (Supabase)]</a:t>
            </a:r>
          </a:p>
          <a:p>
            <a:r>
              <a:t>    R[Realtime / Replication]</a:t>
            </a:r>
          </a:p>
          <a:p>
            <a:r>
              <a:t>    Storage[Storage (object files)]</a:t>
            </a:r>
          </a:p>
          <a:p>
            <a:r>
              <a:t>  end</a:t>
            </a:r>
          </a:p>
          <a:p/>
          <a:p>
            <a:r>
              <a:t>  A --&gt;|OAuth redirect / Id token| G</a:t>
            </a:r>
          </a:p>
          <a:p>
            <a:r>
              <a:t>  A --&gt;|OAuth redirect / Id token| GH</a:t>
            </a:r>
          </a:p>
          <a:p>
            <a:r>
              <a:t>  A --&gt;|Supabase client SDK (REST/Realtime)| S</a:t>
            </a:r>
          </a:p>
          <a:p>
            <a:r>
              <a:t>  A --&gt;|Push tokens / events| F</a:t>
            </a:r>
          </a:p>
          <a:p>
            <a:r>
              <a:t>  S --&gt;|SQL / RPC| P</a:t>
            </a:r>
          </a:p>
          <a:p>
            <a:r>
              <a:t>  S --&gt;|Realtime subscriptions| R</a:t>
            </a:r>
          </a:p>
          <a:p>
            <a:r>
              <a:t>  S --&gt;|Object uploads/downloads| Storage</a:t>
            </a:r>
          </a:p>
          <a:p>
            <a:r>
              <a:t>  F --&gt;|analytics &amp; crash logs| S</a:t>
            </a:r>
          </a:p>
          <a:p>
            <a:r>
              <a:t>  note right of A: UI + local cache (Secure Storage)</a:t>
            </a:r>
          </a:p>
          <a:p>
            <a:r>
              <a:t>  note right of P: Business data: users, appointments, slots,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Autenticación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Fragmento clave de `lib/services/auth_service.dart`:</a:t>
            </a:r>
          </a:p>
          <a:p>
            <a:r>
              <a:t>import 'package:supabase_flutter/supabase_flutter.dart';</a:t>
            </a:r>
          </a:p>
          <a:p>
            <a:r>
              <a:t>import 'package:flutter_secure_storage/flutter_secure_storage.dart';</a:t>
            </a:r>
          </a:p>
          <a:p>
            <a:r>
              <a:t>import 'package:flutter/foundation.dart';</a:t>
            </a:r>
          </a:p>
          <a:p>
            <a:r>
              <a:t>import 'package:flutter_dotenv/flutter_dotenv.dart';</a:t>
            </a:r>
          </a:p>
          <a:p>
            <a:r>
              <a:t>import 'package:google_sign_in/google_sign_in.dart';</a:t>
            </a:r>
          </a:p>
          <a:p>
            <a:r>
              <a:t>import 'package:pet_appointment/models/user_profile_model.dart';</a:t>
            </a:r>
          </a:p>
          <a:p/>
          <a:p>
            <a:r>
              <a:t>/// Maneja toda la comunicación con Supabase Auth.</a:t>
            </a:r>
          </a:p>
          <a:p>
            <a:r>
              <a:t>/// La pantalla no sabe cómo funciona Supabase, solo llama métodos de aquí.</a:t>
            </a:r>
          </a:p>
          <a:p>
            <a:r>
              <a:t>/// Incluye persistencia de sesión con flutter_secure_storage.</a:t>
            </a:r>
          </a:p>
          <a:p>
            <a:r>
              <a:t>class AuthService {</a:t>
            </a:r>
          </a:p>
          <a:p>
            <a:r>
              <a:t>  // Acceso al cliente de Supabase (ya inicializado en main.dart)</a:t>
            </a:r>
          </a:p>
          <a:p>
            <a:r>
              <a:t>  final _client = Supabase.instance.client;</a:t>
            </a:r>
          </a:p>
          <a:p/>
          <a:p>
            <a:r>
              <a:t>  static const String oauthRedirectUri = 'petappointment://login-callback/';</a:t>
            </a:r>
          </a:p>
          <a:p/>
          <a:p>
            <a:r>
              <a:t>  // Almacenamiento seguro para tokens y datos de sesión</a:t>
            </a:r>
          </a:p>
          <a:p>
            <a:r>
              <a:t>  static const _secureStorage = FlutterSecureStorage();</a:t>
            </a:r>
          </a:p>
          <a:p>
            <a:r>
              <a:t>  static const String _sessionTokenKey = 'auth_token';</a:t>
            </a:r>
          </a:p>
          <a:p>
            <a:r>
              <a:t>  static const String _refreshTokenKey = 'refresh_token';</a:t>
            </a:r>
          </a:p>
          <a:p/>
          <a:p>
            <a:r>
              <a:t>  /// Registra un nuevo usuario.</a:t>
            </a:r>
          </a:p>
          <a:p>
            <a:r>
              <a:t>  /// Lanza [AuthException] si Supabase rechaza la solicitud</a:t>
            </a:r>
          </a:p>
          <a:p>
            <a:r>
              <a:t>  /// (email duplicado, contraseña débil, etc.).</a:t>
            </a:r>
          </a:p>
          <a:p>
            <a:r>
              <a:t>  Future&lt;void&gt; register({</a:t>
            </a:r>
          </a:p>
          <a:p>
            <a:r>
              <a:t>    required String email,</a:t>
            </a:r>
          </a:p>
          <a:p>
            <a:r>
              <a:t>    required String password,</a:t>
            </a:r>
          </a:p>
          <a:p>
            <a:r>
              <a:t>    required String name,</a:t>
            </a:r>
          </a:p>
          <a:p>
            <a:r>
              <a:t>    required String phone,</a:t>
            </a:r>
          </a:p>
          <a:p>
            <a:r>
              <a:t>    String? emailRedirectTo,</a:t>
            </a:r>
          </a:p>
          <a:p>
            <a:r>
              <a:t>  }) async {</a:t>
            </a:r>
          </a:p>
          <a:p>
            <a:r>
              <a:t>    // Crea el usuario en Auth. El trigger on_auth_user_created (migración 003)</a:t>
            </a:r>
          </a:p>
          <a:p>
            <a:r>
              <a:t>    // inserta automáticamente la fila en public.users con los metadatos aquí</a:t>
            </a:r>
          </a:p>
          <a:p>
            <a:r>
              <a:t>    // enviados, sin depender de la sesión activa ni 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APK: C:\Users\carlo\Proyectos\pet-appointment\build\app\outputs\flutter-apk\app-release.apk</a:t>
            </a:r>
          </a:p>
          <a:p>
            <a:r>
              <a:t>AAB: C:\Users\carlo\Proyectos\pet-appointment\build\app\outputs\bundle\release\app-release.aab</a:t>
            </a:r>
          </a:p>
          <a:p>
            <a:r>
              <a:t>Release ZIP: https://github.com/LuisCPedraza/pet-appointment/releases/tag/pr-35-delivery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/ Estilo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['# 🐾 Guía de Estilo Visual: Paleta "Neo-Wellness"', '', '&gt; **Concepto:** Una sinergia entre la confianza clínica veterinaria y la frescura estética del grooming.', '', 'Esta guía define la identidad visual para aplicaciones móviles de bienestar animal, optimizada para la legibilidad y una experiencia de usuario (UX) moderna.', '', '---', '', '## 🎨 1. Portafolio de Colores (UI/UX)', '', '### Colores Principales (Identidad y Marca)', '', '| Color                                                         | Nombre                      | HEX         | Uso Recomendado                                               |', '| ------------------------------------------------------------- | --------------------------- | ----------- | ------------------------------------------------------------- |', '| ![#00D2D3](https://via.placeholder.com/20/00D2D3/000000?text=+) | **Turquesa Digital**  | `#00D2D3` | CTAs, iconos activos, logotipos y acentos principales.        |', '| ![#B2EBF2](https://via.placeholder.com/20/B2EBF2/000000?text=+) | **Verde Menta Suave** | `#B2EBF2` | Banners de salud, etiquetas de vacunas y botones secundarios. |', '', '### Arquitectura de Superficies (Fondos)', '', '| Color                                                         | Nombre                     | HEX         | Uso Recomendado                                    |', '| ------------------------------------------------------------- | -------------------------- | ----------- | -------------------------------------------------- |', '| ![#F9FBFB](https://via.placeholder.com/20/F9FBFB/000000?text=+) | **Blanco Off-white** | `#F9FBFB` | Fondo general de la app (protección visual).      |', '| ![#F0F4F4](https://via.placeholder.com/20/F0F4F4/000000?text=+) | **Gris Hielo**       | `#F0F4F4` | Tarjetas de información y contenedores de perfil. |', '', '### Tipografía y Estados', '', '| Color                                                         | Nombre                   | HEX         | Uso Recomendado                                 |', '| ------------------------------------------------------------- | ------------------------ | ----------- | ----------------------------------------------- |', '| ![#2C3E50](https://via.placeholder.com/20/2C3E50/FFFFFF?text=+) | **Azul Petróleo** | `#2C3E50` | Títulos principales y textos de lectura larga. |', '| ![#FF7675](https://via.placeholder.com/20/FF7675/000000?text=+) | **Coral Suave**    | `#FF7675` | Alertas de emergencia y avisos críticos.       |', '| ![#FDCB6E](https://via.placeholder.com/20/FDCB6E/000000?text=+) | **Amarillo Sol**   | `#FDCB6E` | Notificaciones de grooming y promociones.       |', '', '---', '', '## 🔤 2. Tipografía Recomendada', '', 'Se han seleccionado fuentes de **Google Fonts** para facilitar la implementación técnica y asegurar la compatibilidad.', '', '### **Primaria: Quicksand** (Para Títulos y Botones)', '', '- **Estilo:** Rounded Sans Serif', '- **Por qué:** Sus bordes redondeados transmiten amabilidad, empatía y suavidad, ideal para el mundo de las mascotas.', '- **Pesos sugeridos:** Bold (700) para títulos; Medium (500) para botones', '', '### **Secundaria: Montserrat** (Para Cuerpo de Texto)', '', '- **Estilo:** Geometric Sans Serif', '- **Por qué:** Alta legibilidad en pantallas pequeñas y un aspecto muy profesional/tecnológico', '- **Pesos sugeridos:** Regular (400) para descripciones; Light (300) para textos secundarios', '', '### **Jerarquía Visual (Escala)**', '', '1. **H1 - Títulos de Sección:** Quicksand Bold | 24px', '2. **H2 - Nombres de Mascotas:** Quicksand Medium | 18px', '3. **Cuerpo de texto:** Montserrat Regular | 14px - 16px', '4. **Captions / Leyendas:** Montserrat Light | 12px', '', '---', '', '## 🛠️ 3. Regla de Implementación 60-30-10', '', 'Para mantener el equilibrio visual en la app:', '', '- **60% (Base):** `Blanco Off-white` (Fondos y espacios limpios)', '- **30% (Identidad):** `Turquesa Digital` y `Verde Menta` (Botones, iconos, marca)', '- **10% (Acento):** `Azul Petróleo` (Lectura) y `Coral/Amarillo` (Alertas y llamadas de atención)', '', '---', '', '*Documentación generada para el Proyecto de Bienestar Animal 2026.*', '']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Pruebas y Evidencia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incluyeron tests en el directorio `test/` y evidencia en `docs/secciones/`.</a:t>
            </a:r>
          </a:p>
          <a:p>
            <a:r>
              <a:t>Referir en la entrega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Subir AAB a Play Console</a:t>
            </a:r>
          </a:p>
          <a:p>
            <a:r>
              <a:t>- Completar validación iOS</a:t>
            </a:r>
          </a:p>
          <a:p>
            <a:r>
              <a:t>- Instrumentar analíticas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